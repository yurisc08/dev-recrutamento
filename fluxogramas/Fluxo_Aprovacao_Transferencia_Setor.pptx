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749808"/>
          </a:xfrm>
          <a:prstGeom prst="roundRect">
            <a:avLst>
              <a:gd name="adj" fmla="val 7317"/>
            </a:avLst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19456"/>
            <a:ext cx="11640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APROVAÇÃO – ALTERAÇÃO DE SETOR (Z2-2H)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11640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DE SETOR  ·  EVENTO 1 DE 1  ·  8 REGRAS CONSOLIDADAS EM 4 ROTAS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2801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34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17320" y="1115568"/>
            <a:ext cx="18745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2588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92808" y="11155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MOTIVO (GESTOR)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DE SETOR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74720" y="1115568"/>
            <a:ext cx="23317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2588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50208" y="111556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EVENTO (C&amp;R)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DE SETOR (Z2-2H)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806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989320" y="1115568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E3F1E4"/>
          </a:solidFill>
          <a:ln w="12700">
            <a:solidFill>
              <a:srgbClr val="A8D1A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71616" y="1307592"/>
            <a:ext cx="347472" cy="347472"/>
          </a:xfrm>
          <a:prstGeom prst="ellipse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389888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111556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ANÁLISE DAS CONDIÇÕES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0287000" y="1115568"/>
            <a:ext cx="162763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287000" y="1115568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regras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 rotas de aprovação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772400" y="1481328"/>
            <a:ext cx="381076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8153476" y="1024128"/>
            <a:ext cx="1828800" cy="914400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409508" y="1207008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MÃO DE OBRA DE DESTINO É MOD?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9067876" y="1938528"/>
            <a:ext cx="0" cy="109728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166796" y="2048256"/>
            <a:ext cx="59010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166796" y="2048256"/>
            <a:ext cx="0" cy="16459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8" name="Text 23"/>
          <p:cNvSpPr txBox="1"/>
          <p:nvPr/>
        </p:nvSpPr>
        <p:spPr>
          <a:xfrm>
            <a:off x="3239948" y="18470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(MOD)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2366696" y="2212848"/>
            <a:ext cx="1600200" cy="658368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2590724" y="2344522"/>
            <a:ext cx="11521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ALTERA GESTOR?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 flipH="1">
            <a:off x="169152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169152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3" name="Shape 28"/>
          <p:cNvSpPr/>
          <p:nvPr/>
        </p:nvSpPr>
        <p:spPr>
          <a:xfrm>
            <a:off x="396689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64206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5" name="Text 30"/>
          <p:cNvSpPr txBox="1"/>
          <p:nvPr/>
        </p:nvSpPr>
        <p:spPr>
          <a:xfrm>
            <a:off x="1764678" y="23225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3654514" y="23225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9067876" y="2048256"/>
            <a:ext cx="0" cy="16459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8" name="Text 33"/>
          <p:cNvSpPr txBox="1"/>
          <p:nvPr/>
        </p:nvSpPr>
        <p:spPr>
          <a:xfrm>
            <a:off x="9141028" y="2029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(MOI)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8267776" y="2212848"/>
            <a:ext cx="1600200" cy="658368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8491804" y="2344522"/>
            <a:ext cx="11521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ALTERA GESTOR?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 flipH="1">
            <a:off x="759260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59260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43" name="Shape 38"/>
          <p:cNvSpPr/>
          <p:nvPr/>
        </p:nvSpPr>
        <p:spPr>
          <a:xfrm>
            <a:off x="986797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054314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45" name="Text 40"/>
          <p:cNvSpPr txBox="1"/>
          <p:nvPr/>
        </p:nvSpPr>
        <p:spPr>
          <a:xfrm>
            <a:off x="7665758" y="23225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9555594" y="23225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320040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0F7F1"/>
          </a:solidFill>
          <a:ln w="12700">
            <a:solidFill>
              <a:srgbClr val="A1CBA8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32004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320040" y="3355848"/>
            <a:ext cx="2742971" cy="137160"/>
          </a:xfrm>
          <a:prstGeom prst="rect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1462926" y="2852928"/>
            <a:ext cx="457200" cy="457200"/>
          </a:xfrm>
          <a:prstGeom prst="ellipse">
            <a:avLst/>
          </a:prstGeom>
          <a:solidFill>
            <a:srgbClr val="2E8B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146292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52" name="Text 47"/>
          <p:cNvSpPr txBox="1"/>
          <p:nvPr/>
        </p:nvSpPr>
        <p:spPr>
          <a:xfrm>
            <a:off x="42976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C</a:t>
            </a:r>
            <a:endParaRPr lang="en-US" sz="1300" dirty="0"/>
          </a:p>
        </p:txBody>
      </p:sp>
      <p:sp>
        <p:nvSpPr>
          <p:cNvPr id="53" name="Text 48"/>
          <p:cNvSpPr txBox="1"/>
          <p:nvPr/>
        </p:nvSpPr>
        <p:spPr>
          <a:xfrm>
            <a:off x="1737131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regras · 6 etapas</a:t>
            </a:r>
            <a:endParaRPr lang="en-US" sz="950" dirty="0"/>
          </a:p>
        </p:txBody>
      </p:sp>
      <p:sp>
        <p:nvSpPr>
          <p:cNvPr id="54" name="Text 49"/>
          <p:cNvSpPr txBox="1"/>
          <p:nvPr/>
        </p:nvSpPr>
        <p:spPr>
          <a:xfrm>
            <a:off x="411480" y="35844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34740"/>
            <a:ext cx="173736" cy="173736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886968" y="358444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57" name="Text 51"/>
          <p:cNvSpPr txBox="1"/>
          <p:nvPr/>
        </p:nvSpPr>
        <p:spPr>
          <a:xfrm>
            <a:off x="2294915" y="358444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8" name="Text 52"/>
          <p:cNvSpPr txBox="1"/>
          <p:nvPr/>
        </p:nvSpPr>
        <p:spPr>
          <a:xfrm>
            <a:off x="411480" y="385876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909060"/>
            <a:ext cx="173736" cy="173736"/>
          </a:xfrm>
          <a:prstGeom prst="rect">
            <a:avLst/>
          </a:prstGeom>
        </p:spPr>
      </p:pic>
      <p:sp>
        <p:nvSpPr>
          <p:cNvPr id="60" name="Text 53"/>
          <p:cNvSpPr txBox="1"/>
          <p:nvPr/>
        </p:nvSpPr>
        <p:spPr>
          <a:xfrm>
            <a:off x="886968" y="385876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61" name="Text 54"/>
          <p:cNvSpPr txBox="1"/>
          <p:nvPr/>
        </p:nvSpPr>
        <p:spPr>
          <a:xfrm>
            <a:off x="2294915" y="385876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2" name="Text 55"/>
          <p:cNvSpPr txBox="1"/>
          <p:nvPr/>
        </p:nvSpPr>
        <p:spPr>
          <a:xfrm>
            <a:off x="411480" y="413308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183380"/>
            <a:ext cx="173736" cy="173736"/>
          </a:xfrm>
          <a:prstGeom prst="rect">
            <a:avLst/>
          </a:prstGeom>
        </p:spPr>
      </p:pic>
      <p:sp>
        <p:nvSpPr>
          <p:cNvPr id="64" name="Text 56"/>
          <p:cNvSpPr txBox="1"/>
          <p:nvPr/>
        </p:nvSpPr>
        <p:spPr>
          <a:xfrm>
            <a:off x="886968" y="413308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65" name="Text 57"/>
          <p:cNvSpPr txBox="1"/>
          <p:nvPr/>
        </p:nvSpPr>
        <p:spPr>
          <a:xfrm>
            <a:off x="2294915" y="413308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6" name="Text 58"/>
          <p:cNvSpPr txBox="1"/>
          <p:nvPr/>
        </p:nvSpPr>
        <p:spPr>
          <a:xfrm>
            <a:off x="411480" y="440740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457700"/>
            <a:ext cx="173736" cy="173736"/>
          </a:xfrm>
          <a:prstGeom prst="rect">
            <a:avLst/>
          </a:prstGeom>
        </p:spPr>
      </p:pic>
      <p:sp>
        <p:nvSpPr>
          <p:cNvPr id="68" name="Text 59"/>
          <p:cNvSpPr txBox="1"/>
          <p:nvPr/>
        </p:nvSpPr>
        <p:spPr>
          <a:xfrm>
            <a:off x="886968" y="440740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69" name="Text 60"/>
          <p:cNvSpPr txBox="1"/>
          <p:nvPr/>
        </p:nvSpPr>
        <p:spPr>
          <a:xfrm>
            <a:off x="2294915" y="440740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70" name="Text 61"/>
          <p:cNvSpPr txBox="1"/>
          <p:nvPr/>
        </p:nvSpPr>
        <p:spPr>
          <a:xfrm>
            <a:off x="411480" y="468172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7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732020"/>
            <a:ext cx="173736" cy="173736"/>
          </a:xfrm>
          <a:prstGeom prst="rect">
            <a:avLst/>
          </a:prstGeom>
        </p:spPr>
      </p:pic>
      <p:sp>
        <p:nvSpPr>
          <p:cNvPr id="72" name="Text 62"/>
          <p:cNvSpPr txBox="1"/>
          <p:nvPr/>
        </p:nvSpPr>
        <p:spPr>
          <a:xfrm>
            <a:off x="886968" y="468172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73" name="Text 63"/>
          <p:cNvSpPr txBox="1"/>
          <p:nvPr/>
        </p:nvSpPr>
        <p:spPr>
          <a:xfrm>
            <a:off x="2294915" y="468172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4" name="Text 64"/>
          <p:cNvSpPr txBox="1"/>
          <p:nvPr/>
        </p:nvSpPr>
        <p:spPr>
          <a:xfrm>
            <a:off x="411480" y="49560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7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5006340"/>
            <a:ext cx="173736" cy="173736"/>
          </a:xfrm>
          <a:prstGeom prst="rect">
            <a:avLst/>
          </a:prstGeom>
        </p:spPr>
      </p:pic>
      <p:sp>
        <p:nvSpPr>
          <p:cNvPr id="76" name="Text 65"/>
          <p:cNvSpPr txBox="1"/>
          <p:nvPr/>
        </p:nvSpPr>
        <p:spPr>
          <a:xfrm>
            <a:off x="886968" y="495604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77" name="Text 66"/>
          <p:cNvSpPr txBox="1"/>
          <p:nvPr/>
        </p:nvSpPr>
        <p:spPr>
          <a:xfrm>
            <a:off x="2294915" y="495604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8" name="Shape 67"/>
          <p:cNvSpPr/>
          <p:nvPr/>
        </p:nvSpPr>
        <p:spPr>
          <a:xfrm>
            <a:off x="3270580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DF6EF"/>
          </a:solidFill>
          <a:ln w="12700">
            <a:solidFill>
              <a:srgbClr val="F1C39A"/>
            </a:solidFill>
            <a:prstDash val="solid"/>
          </a:ln>
        </p:spPr>
      </p:sp>
      <p:sp>
        <p:nvSpPr>
          <p:cNvPr id="79" name="Shape 68"/>
          <p:cNvSpPr/>
          <p:nvPr/>
        </p:nvSpPr>
        <p:spPr>
          <a:xfrm>
            <a:off x="327058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80" name="Shape 69"/>
          <p:cNvSpPr/>
          <p:nvPr/>
        </p:nvSpPr>
        <p:spPr>
          <a:xfrm>
            <a:off x="3270580" y="3355848"/>
            <a:ext cx="2742971" cy="13716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81" name="Shape 70"/>
          <p:cNvSpPr/>
          <p:nvPr/>
        </p:nvSpPr>
        <p:spPr>
          <a:xfrm>
            <a:off x="4413466" y="2852928"/>
            <a:ext cx="457200" cy="45720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2" name="Text 71"/>
          <p:cNvSpPr txBox="1"/>
          <p:nvPr/>
        </p:nvSpPr>
        <p:spPr>
          <a:xfrm>
            <a:off x="441346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3" name="Text 72"/>
          <p:cNvSpPr txBox="1"/>
          <p:nvPr/>
        </p:nvSpPr>
        <p:spPr>
          <a:xfrm>
            <a:off x="338030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A</a:t>
            </a:r>
            <a:endParaRPr lang="en-US" sz="1300" dirty="0"/>
          </a:p>
        </p:txBody>
      </p:sp>
      <p:sp>
        <p:nvSpPr>
          <p:cNvPr id="84" name="Text 73"/>
          <p:cNvSpPr txBox="1"/>
          <p:nvPr/>
        </p:nvSpPr>
        <p:spPr>
          <a:xfrm>
            <a:off x="468767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regras · 7 etapas</a:t>
            </a:r>
            <a:endParaRPr lang="en-US" sz="950" dirty="0"/>
          </a:p>
        </p:txBody>
      </p:sp>
      <p:sp>
        <p:nvSpPr>
          <p:cNvPr id="85" name="Shape 74"/>
          <p:cNvSpPr/>
          <p:nvPr/>
        </p:nvSpPr>
        <p:spPr>
          <a:xfrm>
            <a:off x="3325444" y="3593592"/>
            <a:ext cx="2633243" cy="256032"/>
          </a:xfrm>
          <a:prstGeom prst="roundRect">
            <a:avLst>
              <a:gd name="adj" fmla="val 10714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86" name="Text 75"/>
          <p:cNvSpPr txBox="1"/>
          <p:nvPr/>
        </p:nvSpPr>
        <p:spPr>
          <a:xfrm>
            <a:off x="3362020" y="35844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8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8908" y="3634740"/>
            <a:ext cx="173736" cy="173736"/>
          </a:xfrm>
          <a:prstGeom prst="rect">
            <a:avLst/>
          </a:prstGeom>
        </p:spPr>
      </p:pic>
      <p:sp>
        <p:nvSpPr>
          <p:cNvPr id="88" name="Text 76"/>
          <p:cNvSpPr txBox="1"/>
          <p:nvPr/>
        </p:nvSpPr>
        <p:spPr>
          <a:xfrm>
            <a:off x="3837508" y="358444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89" name="Text 77"/>
          <p:cNvSpPr txBox="1"/>
          <p:nvPr/>
        </p:nvSpPr>
        <p:spPr>
          <a:xfrm>
            <a:off x="5245456" y="358444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90" name="Text 78"/>
          <p:cNvSpPr txBox="1"/>
          <p:nvPr/>
        </p:nvSpPr>
        <p:spPr>
          <a:xfrm>
            <a:off x="3362020" y="385876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9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08908" y="3909060"/>
            <a:ext cx="173736" cy="173736"/>
          </a:xfrm>
          <a:prstGeom prst="rect">
            <a:avLst/>
          </a:prstGeom>
        </p:spPr>
      </p:pic>
      <p:sp>
        <p:nvSpPr>
          <p:cNvPr id="92" name="Text 79"/>
          <p:cNvSpPr txBox="1"/>
          <p:nvPr/>
        </p:nvSpPr>
        <p:spPr>
          <a:xfrm>
            <a:off x="3837508" y="385876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93" name="Text 80"/>
          <p:cNvSpPr txBox="1"/>
          <p:nvPr/>
        </p:nvSpPr>
        <p:spPr>
          <a:xfrm>
            <a:off x="5245456" y="385876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94" name="Text 81"/>
          <p:cNvSpPr txBox="1"/>
          <p:nvPr/>
        </p:nvSpPr>
        <p:spPr>
          <a:xfrm>
            <a:off x="3362020" y="413308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9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08908" y="4183380"/>
            <a:ext cx="173736" cy="173736"/>
          </a:xfrm>
          <a:prstGeom prst="rect">
            <a:avLst/>
          </a:prstGeom>
        </p:spPr>
      </p:pic>
      <p:sp>
        <p:nvSpPr>
          <p:cNvPr id="96" name="Text 82"/>
          <p:cNvSpPr txBox="1"/>
          <p:nvPr/>
        </p:nvSpPr>
        <p:spPr>
          <a:xfrm>
            <a:off x="3837508" y="413308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97" name="Text 83"/>
          <p:cNvSpPr txBox="1"/>
          <p:nvPr/>
        </p:nvSpPr>
        <p:spPr>
          <a:xfrm>
            <a:off x="5245456" y="413308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98" name="Text 84"/>
          <p:cNvSpPr txBox="1"/>
          <p:nvPr/>
        </p:nvSpPr>
        <p:spPr>
          <a:xfrm>
            <a:off x="3362020" y="440740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9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08908" y="4457700"/>
            <a:ext cx="173736" cy="173736"/>
          </a:xfrm>
          <a:prstGeom prst="rect">
            <a:avLst/>
          </a:prstGeom>
        </p:spPr>
      </p:pic>
      <p:sp>
        <p:nvSpPr>
          <p:cNvPr id="100" name="Text 85"/>
          <p:cNvSpPr txBox="1"/>
          <p:nvPr/>
        </p:nvSpPr>
        <p:spPr>
          <a:xfrm>
            <a:off x="3837508" y="440740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01" name="Text 86"/>
          <p:cNvSpPr txBox="1"/>
          <p:nvPr/>
        </p:nvSpPr>
        <p:spPr>
          <a:xfrm>
            <a:off x="5245456" y="440740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2" name="Text 87"/>
          <p:cNvSpPr txBox="1"/>
          <p:nvPr/>
        </p:nvSpPr>
        <p:spPr>
          <a:xfrm>
            <a:off x="3362020" y="468172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0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08908" y="4732020"/>
            <a:ext cx="173736" cy="173736"/>
          </a:xfrm>
          <a:prstGeom prst="rect">
            <a:avLst/>
          </a:prstGeom>
        </p:spPr>
      </p:pic>
      <p:sp>
        <p:nvSpPr>
          <p:cNvPr id="104" name="Text 88"/>
          <p:cNvSpPr txBox="1"/>
          <p:nvPr/>
        </p:nvSpPr>
        <p:spPr>
          <a:xfrm>
            <a:off x="3837508" y="468172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05" name="Text 89"/>
          <p:cNvSpPr txBox="1"/>
          <p:nvPr/>
        </p:nvSpPr>
        <p:spPr>
          <a:xfrm>
            <a:off x="5245456" y="468172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06" name="Text 90"/>
          <p:cNvSpPr txBox="1"/>
          <p:nvPr/>
        </p:nvSpPr>
        <p:spPr>
          <a:xfrm>
            <a:off x="3362020" y="49560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0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08908" y="5006340"/>
            <a:ext cx="173736" cy="173736"/>
          </a:xfrm>
          <a:prstGeom prst="rect">
            <a:avLst/>
          </a:prstGeom>
        </p:spPr>
      </p:pic>
      <p:sp>
        <p:nvSpPr>
          <p:cNvPr id="108" name="Text 91"/>
          <p:cNvSpPr txBox="1"/>
          <p:nvPr/>
        </p:nvSpPr>
        <p:spPr>
          <a:xfrm>
            <a:off x="3837508" y="495604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09" name="Text 92"/>
          <p:cNvSpPr txBox="1"/>
          <p:nvPr/>
        </p:nvSpPr>
        <p:spPr>
          <a:xfrm>
            <a:off x="5245456" y="495604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0" name="Text 93"/>
          <p:cNvSpPr txBox="1"/>
          <p:nvPr/>
        </p:nvSpPr>
        <p:spPr>
          <a:xfrm>
            <a:off x="3362020" y="523036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1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08908" y="5280660"/>
            <a:ext cx="173736" cy="173736"/>
          </a:xfrm>
          <a:prstGeom prst="rect">
            <a:avLst/>
          </a:prstGeom>
        </p:spPr>
      </p:pic>
      <p:sp>
        <p:nvSpPr>
          <p:cNvPr id="112" name="Text 94"/>
          <p:cNvSpPr txBox="1"/>
          <p:nvPr/>
        </p:nvSpPr>
        <p:spPr>
          <a:xfrm>
            <a:off x="3837508" y="523036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13" name="Text 95"/>
          <p:cNvSpPr txBox="1"/>
          <p:nvPr/>
        </p:nvSpPr>
        <p:spPr>
          <a:xfrm>
            <a:off x="5245456" y="523036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4" name="Shape 96"/>
          <p:cNvSpPr/>
          <p:nvPr/>
        </p:nvSpPr>
        <p:spPr>
          <a:xfrm>
            <a:off x="6221120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5F2F8"/>
          </a:solidFill>
          <a:ln w="12700">
            <a:solidFill>
              <a:srgbClr val="BCA9D4"/>
            </a:solidFill>
            <a:prstDash val="solid"/>
          </a:ln>
        </p:spPr>
      </p:sp>
      <p:sp>
        <p:nvSpPr>
          <p:cNvPr id="115" name="Shape 97"/>
          <p:cNvSpPr/>
          <p:nvPr/>
        </p:nvSpPr>
        <p:spPr>
          <a:xfrm>
            <a:off x="622112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16" name="Shape 98"/>
          <p:cNvSpPr/>
          <p:nvPr/>
        </p:nvSpPr>
        <p:spPr>
          <a:xfrm>
            <a:off x="6221120" y="3355848"/>
            <a:ext cx="2742971" cy="1371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17" name="Shape 99"/>
          <p:cNvSpPr/>
          <p:nvPr/>
        </p:nvSpPr>
        <p:spPr>
          <a:xfrm>
            <a:off x="7364006" y="2852928"/>
            <a:ext cx="457200" cy="457200"/>
          </a:xfrm>
          <a:prstGeom prst="ellipse">
            <a:avLst/>
          </a:prstGeom>
          <a:solidFill>
            <a:srgbClr val="6B3F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8" name="Text 100"/>
          <p:cNvSpPr txBox="1"/>
          <p:nvPr/>
        </p:nvSpPr>
        <p:spPr>
          <a:xfrm>
            <a:off x="736400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119" name="Text 101"/>
          <p:cNvSpPr txBox="1"/>
          <p:nvPr/>
        </p:nvSpPr>
        <p:spPr>
          <a:xfrm>
            <a:off x="633084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</a:t>
            </a:r>
            <a:endParaRPr lang="en-US" sz="1300" dirty="0"/>
          </a:p>
        </p:txBody>
      </p:sp>
      <p:sp>
        <p:nvSpPr>
          <p:cNvPr id="120" name="Text 102"/>
          <p:cNvSpPr txBox="1"/>
          <p:nvPr/>
        </p:nvSpPr>
        <p:spPr>
          <a:xfrm>
            <a:off x="763821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regras · 8 etapas</a:t>
            </a:r>
            <a:endParaRPr lang="en-US" sz="950" dirty="0"/>
          </a:p>
        </p:txBody>
      </p:sp>
      <p:sp>
        <p:nvSpPr>
          <p:cNvPr id="121" name="Text 103"/>
          <p:cNvSpPr txBox="1"/>
          <p:nvPr/>
        </p:nvSpPr>
        <p:spPr>
          <a:xfrm>
            <a:off x="6312560" y="35844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12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9448" y="3634740"/>
            <a:ext cx="173736" cy="173736"/>
          </a:xfrm>
          <a:prstGeom prst="rect">
            <a:avLst/>
          </a:prstGeom>
        </p:spPr>
      </p:pic>
      <p:sp>
        <p:nvSpPr>
          <p:cNvPr id="123" name="Text 104"/>
          <p:cNvSpPr txBox="1"/>
          <p:nvPr/>
        </p:nvSpPr>
        <p:spPr>
          <a:xfrm>
            <a:off x="6788048" y="358444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24" name="Text 105"/>
          <p:cNvSpPr txBox="1"/>
          <p:nvPr/>
        </p:nvSpPr>
        <p:spPr>
          <a:xfrm>
            <a:off x="8195996" y="358444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5" name="Text 106"/>
          <p:cNvSpPr txBox="1"/>
          <p:nvPr/>
        </p:nvSpPr>
        <p:spPr>
          <a:xfrm>
            <a:off x="6312560" y="385876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2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9448" y="3909060"/>
            <a:ext cx="173736" cy="173736"/>
          </a:xfrm>
          <a:prstGeom prst="rect">
            <a:avLst/>
          </a:prstGeom>
        </p:spPr>
      </p:pic>
      <p:sp>
        <p:nvSpPr>
          <p:cNvPr id="127" name="Text 107"/>
          <p:cNvSpPr txBox="1"/>
          <p:nvPr/>
        </p:nvSpPr>
        <p:spPr>
          <a:xfrm>
            <a:off x="6788048" y="385876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28" name="Text 108"/>
          <p:cNvSpPr txBox="1"/>
          <p:nvPr/>
        </p:nvSpPr>
        <p:spPr>
          <a:xfrm>
            <a:off x="8195996" y="385876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9" name="Text 109"/>
          <p:cNvSpPr txBox="1"/>
          <p:nvPr/>
        </p:nvSpPr>
        <p:spPr>
          <a:xfrm>
            <a:off x="6312560" y="413308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3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59448" y="4183380"/>
            <a:ext cx="173736" cy="173736"/>
          </a:xfrm>
          <a:prstGeom prst="rect">
            <a:avLst/>
          </a:prstGeom>
        </p:spPr>
      </p:pic>
      <p:sp>
        <p:nvSpPr>
          <p:cNvPr id="131" name="Text 110"/>
          <p:cNvSpPr txBox="1"/>
          <p:nvPr/>
        </p:nvSpPr>
        <p:spPr>
          <a:xfrm>
            <a:off x="6788048" y="413308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32" name="Text 111"/>
          <p:cNvSpPr txBox="1"/>
          <p:nvPr/>
        </p:nvSpPr>
        <p:spPr>
          <a:xfrm>
            <a:off x="8195996" y="413308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33" name="Text 112"/>
          <p:cNvSpPr txBox="1"/>
          <p:nvPr/>
        </p:nvSpPr>
        <p:spPr>
          <a:xfrm>
            <a:off x="6312560" y="440740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34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59448" y="4457700"/>
            <a:ext cx="173736" cy="173736"/>
          </a:xfrm>
          <a:prstGeom prst="rect">
            <a:avLst/>
          </a:prstGeom>
        </p:spPr>
      </p:pic>
      <p:sp>
        <p:nvSpPr>
          <p:cNvPr id="135" name="Text 113"/>
          <p:cNvSpPr txBox="1"/>
          <p:nvPr/>
        </p:nvSpPr>
        <p:spPr>
          <a:xfrm>
            <a:off x="6788048" y="440740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36" name="Text 114"/>
          <p:cNvSpPr txBox="1"/>
          <p:nvPr/>
        </p:nvSpPr>
        <p:spPr>
          <a:xfrm>
            <a:off x="8195996" y="440740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37" name="Text 115"/>
          <p:cNvSpPr txBox="1"/>
          <p:nvPr/>
        </p:nvSpPr>
        <p:spPr>
          <a:xfrm>
            <a:off x="6312560" y="468172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3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9448" y="4732020"/>
            <a:ext cx="173736" cy="173736"/>
          </a:xfrm>
          <a:prstGeom prst="rect">
            <a:avLst/>
          </a:prstGeom>
        </p:spPr>
      </p:pic>
      <p:sp>
        <p:nvSpPr>
          <p:cNvPr id="139" name="Text 116"/>
          <p:cNvSpPr txBox="1"/>
          <p:nvPr/>
        </p:nvSpPr>
        <p:spPr>
          <a:xfrm>
            <a:off x="6788048" y="468172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40" name="Text 117"/>
          <p:cNvSpPr txBox="1"/>
          <p:nvPr/>
        </p:nvSpPr>
        <p:spPr>
          <a:xfrm>
            <a:off x="8195996" y="468172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1" name="Text 118"/>
          <p:cNvSpPr txBox="1"/>
          <p:nvPr/>
        </p:nvSpPr>
        <p:spPr>
          <a:xfrm>
            <a:off x="6312560" y="49560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4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59448" y="5006340"/>
            <a:ext cx="173736" cy="173736"/>
          </a:xfrm>
          <a:prstGeom prst="rect">
            <a:avLst/>
          </a:prstGeom>
        </p:spPr>
      </p:pic>
      <p:sp>
        <p:nvSpPr>
          <p:cNvPr id="143" name="Text 119"/>
          <p:cNvSpPr txBox="1"/>
          <p:nvPr/>
        </p:nvSpPr>
        <p:spPr>
          <a:xfrm>
            <a:off x="6788048" y="495604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44" name="Text 120"/>
          <p:cNvSpPr txBox="1"/>
          <p:nvPr/>
        </p:nvSpPr>
        <p:spPr>
          <a:xfrm>
            <a:off x="8195996" y="495604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5" name="Shape 121"/>
          <p:cNvSpPr/>
          <p:nvPr/>
        </p:nvSpPr>
        <p:spPr>
          <a:xfrm>
            <a:off x="6275984" y="5239512"/>
            <a:ext cx="2633243" cy="256032"/>
          </a:xfrm>
          <a:prstGeom prst="roundRect">
            <a:avLst>
              <a:gd name="adj" fmla="val 10714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46" name="Text 122"/>
          <p:cNvSpPr txBox="1"/>
          <p:nvPr/>
        </p:nvSpPr>
        <p:spPr>
          <a:xfrm>
            <a:off x="6312560" y="523036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4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59448" y="5280660"/>
            <a:ext cx="173736" cy="173736"/>
          </a:xfrm>
          <a:prstGeom prst="rect">
            <a:avLst/>
          </a:prstGeom>
        </p:spPr>
      </p:pic>
      <p:sp>
        <p:nvSpPr>
          <p:cNvPr id="148" name="Text 123"/>
          <p:cNvSpPr txBox="1"/>
          <p:nvPr/>
        </p:nvSpPr>
        <p:spPr>
          <a:xfrm>
            <a:off x="6788048" y="523036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149" name="Text 124"/>
          <p:cNvSpPr txBox="1"/>
          <p:nvPr/>
        </p:nvSpPr>
        <p:spPr>
          <a:xfrm>
            <a:off x="8195996" y="523036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50" name="Shape 125"/>
          <p:cNvSpPr/>
          <p:nvPr/>
        </p:nvSpPr>
        <p:spPr>
          <a:xfrm>
            <a:off x="6275984" y="5513832"/>
            <a:ext cx="2633243" cy="256032"/>
          </a:xfrm>
          <a:prstGeom prst="roundRect">
            <a:avLst>
              <a:gd name="adj" fmla="val 10714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51" name="Text 126"/>
          <p:cNvSpPr txBox="1"/>
          <p:nvPr/>
        </p:nvSpPr>
        <p:spPr>
          <a:xfrm>
            <a:off x="6312560" y="550468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52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59448" y="5554980"/>
            <a:ext cx="173736" cy="173736"/>
          </a:xfrm>
          <a:prstGeom prst="rect">
            <a:avLst/>
          </a:prstGeom>
        </p:spPr>
      </p:pic>
      <p:sp>
        <p:nvSpPr>
          <p:cNvPr id="153" name="Text 127"/>
          <p:cNvSpPr txBox="1"/>
          <p:nvPr/>
        </p:nvSpPr>
        <p:spPr>
          <a:xfrm>
            <a:off x="6788048" y="550468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154" name="Text 128"/>
          <p:cNvSpPr txBox="1"/>
          <p:nvPr/>
        </p:nvSpPr>
        <p:spPr>
          <a:xfrm>
            <a:off x="8195996" y="550468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55" name="Shape 129"/>
          <p:cNvSpPr/>
          <p:nvPr/>
        </p:nvSpPr>
        <p:spPr>
          <a:xfrm>
            <a:off x="9171661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12700">
            <a:solidFill>
              <a:srgbClr val="9AB5D7"/>
            </a:solidFill>
            <a:prstDash val="solid"/>
          </a:ln>
        </p:spPr>
      </p:sp>
      <p:sp>
        <p:nvSpPr>
          <p:cNvPr id="156" name="Shape 130"/>
          <p:cNvSpPr/>
          <p:nvPr/>
        </p:nvSpPr>
        <p:spPr>
          <a:xfrm>
            <a:off x="9171661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57" name="Shape 131"/>
          <p:cNvSpPr/>
          <p:nvPr/>
        </p:nvSpPr>
        <p:spPr>
          <a:xfrm>
            <a:off x="9171661" y="3355848"/>
            <a:ext cx="2742971" cy="13716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58" name="Shape 132"/>
          <p:cNvSpPr/>
          <p:nvPr/>
        </p:nvSpPr>
        <p:spPr>
          <a:xfrm>
            <a:off x="10314546" y="2852928"/>
            <a:ext cx="457200" cy="457200"/>
          </a:xfrm>
          <a:prstGeom prst="ellipse">
            <a:avLst/>
          </a:prstGeom>
          <a:solidFill>
            <a:srgbClr val="1F5A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9" name="Text 133"/>
          <p:cNvSpPr txBox="1"/>
          <p:nvPr/>
        </p:nvSpPr>
        <p:spPr>
          <a:xfrm>
            <a:off x="1031454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60" name="Text 134"/>
          <p:cNvSpPr txBox="1"/>
          <p:nvPr/>
        </p:nvSpPr>
        <p:spPr>
          <a:xfrm>
            <a:off x="9281389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B</a:t>
            </a:r>
            <a:endParaRPr lang="en-US" sz="1300" dirty="0"/>
          </a:p>
        </p:txBody>
      </p:sp>
      <p:sp>
        <p:nvSpPr>
          <p:cNvPr id="161" name="Text 135"/>
          <p:cNvSpPr txBox="1"/>
          <p:nvPr/>
        </p:nvSpPr>
        <p:spPr>
          <a:xfrm>
            <a:off x="1058875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regras · 9 etapas</a:t>
            </a:r>
            <a:endParaRPr lang="en-US" sz="950" dirty="0"/>
          </a:p>
        </p:txBody>
      </p:sp>
      <p:sp>
        <p:nvSpPr>
          <p:cNvPr id="162" name="Shape 136"/>
          <p:cNvSpPr/>
          <p:nvPr/>
        </p:nvSpPr>
        <p:spPr>
          <a:xfrm>
            <a:off x="9226525" y="3593592"/>
            <a:ext cx="2633243" cy="256032"/>
          </a:xfrm>
          <a:prstGeom prst="roundRect">
            <a:avLst>
              <a:gd name="adj" fmla="val 10714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63" name="Text 137"/>
          <p:cNvSpPr txBox="1"/>
          <p:nvPr/>
        </p:nvSpPr>
        <p:spPr>
          <a:xfrm>
            <a:off x="9263101" y="35844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16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509989" y="3634740"/>
            <a:ext cx="173736" cy="173736"/>
          </a:xfrm>
          <a:prstGeom prst="rect">
            <a:avLst/>
          </a:prstGeom>
        </p:spPr>
      </p:pic>
      <p:sp>
        <p:nvSpPr>
          <p:cNvPr id="165" name="Text 138"/>
          <p:cNvSpPr txBox="1"/>
          <p:nvPr/>
        </p:nvSpPr>
        <p:spPr>
          <a:xfrm>
            <a:off x="9738589" y="358444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166" name="Text 139"/>
          <p:cNvSpPr txBox="1"/>
          <p:nvPr/>
        </p:nvSpPr>
        <p:spPr>
          <a:xfrm>
            <a:off x="11146536" y="358444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67" name="Text 140"/>
          <p:cNvSpPr txBox="1"/>
          <p:nvPr/>
        </p:nvSpPr>
        <p:spPr>
          <a:xfrm>
            <a:off x="9263101" y="385876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68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509989" y="3909060"/>
            <a:ext cx="173736" cy="173736"/>
          </a:xfrm>
          <a:prstGeom prst="rect">
            <a:avLst/>
          </a:prstGeom>
        </p:spPr>
      </p:pic>
      <p:sp>
        <p:nvSpPr>
          <p:cNvPr id="169" name="Text 141"/>
          <p:cNvSpPr txBox="1"/>
          <p:nvPr/>
        </p:nvSpPr>
        <p:spPr>
          <a:xfrm>
            <a:off x="9738589" y="385876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70" name="Text 142"/>
          <p:cNvSpPr txBox="1"/>
          <p:nvPr/>
        </p:nvSpPr>
        <p:spPr>
          <a:xfrm>
            <a:off x="11146536" y="385876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71" name="Text 143"/>
          <p:cNvSpPr txBox="1"/>
          <p:nvPr/>
        </p:nvSpPr>
        <p:spPr>
          <a:xfrm>
            <a:off x="9263101" y="413308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72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509989" y="4183380"/>
            <a:ext cx="173736" cy="173736"/>
          </a:xfrm>
          <a:prstGeom prst="rect">
            <a:avLst/>
          </a:prstGeom>
        </p:spPr>
      </p:pic>
      <p:sp>
        <p:nvSpPr>
          <p:cNvPr id="173" name="Text 144"/>
          <p:cNvSpPr txBox="1"/>
          <p:nvPr/>
        </p:nvSpPr>
        <p:spPr>
          <a:xfrm>
            <a:off x="9738589" y="413308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74" name="Text 145"/>
          <p:cNvSpPr txBox="1"/>
          <p:nvPr/>
        </p:nvSpPr>
        <p:spPr>
          <a:xfrm>
            <a:off x="11146536" y="413308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75" name="Text 146"/>
          <p:cNvSpPr txBox="1"/>
          <p:nvPr/>
        </p:nvSpPr>
        <p:spPr>
          <a:xfrm>
            <a:off x="9263101" y="440740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76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509989" y="4457700"/>
            <a:ext cx="173736" cy="173736"/>
          </a:xfrm>
          <a:prstGeom prst="rect">
            <a:avLst/>
          </a:prstGeom>
        </p:spPr>
      </p:pic>
      <p:sp>
        <p:nvSpPr>
          <p:cNvPr id="177" name="Text 147"/>
          <p:cNvSpPr txBox="1"/>
          <p:nvPr/>
        </p:nvSpPr>
        <p:spPr>
          <a:xfrm>
            <a:off x="9738589" y="440740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78" name="Text 148"/>
          <p:cNvSpPr txBox="1"/>
          <p:nvPr/>
        </p:nvSpPr>
        <p:spPr>
          <a:xfrm>
            <a:off x="11146536" y="440740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79" name="Text 149"/>
          <p:cNvSpPr txBox="1"/>
          <p:nvPr/>
        </p:nvSpPr>
        <p:spPr>
          <a:xfrm>
            <a:off x="9263101" y="468172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8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509989" y="4732020"/>
            <a:ext cx="173736" cy="173736"/>
          </a:xfrm>
          <a:prstGeom prst="rect">
            <a:avLst/>
          </a:prstGeom>
        </p:spPr>
      </p:pic>
      <p:sp>
        <p:nvSpPr>
          <p:cNvPr id="181" name="Text 150"/>
          <p:cNvSpPr txBox="1"/>
          <p:nvPr/>
        </p:nvSpPr>
        <p:spPr>
          <a:xfrm>
            <a:off x="9738589" y="468172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82" name="Text 151"/>
          <p:cNvSpPr txBox="1"/>
          <p:nvPr/>
        </p:nvSpPr>
        <p:spPr>
          <a:xfrm>
            <a:off x="11146536" y="468172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83" name="Text 152"/>
          <p:cNvSpPr txBox="1"/>
          <p:nvPr/>
        </p:nvSpPr>
        <p:spPr>
          <a:xfrm>
            <a:off x="9263101" y="49560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84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509989" y="5006340"/>
            <a:ext cx="173736" cy="173736"/>
          </a:xfrm>
          <a:prstGeom prst="rect">
            <a:avLst/>
          </a:prstGeom>
        </p:spPr>
      </p:pic>
      <p:sp>
        <p:nvSpPr>
          <p:cNvPr id="185" name="Text 153"/>
          <p:cNvSpPr txBox="1"/>
          <p:nvPr/>
        </p:nvSpPr>
        <p:spPr>
          <a:xfrm>
            <a:off x="9738589" y="495604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86" name="Text 154"/>
          <p:cNvSpPr txBox="1"/>
          <p:nvPr/>
        </p:nvSpPr>
        <p:spPr>
          <a:xfrm>
            <a:off x="11146536" y="495604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87" name="Text 155"/>
          <p:cNvSpPr txBox="1"/>
          <p:nvPr/>
        </p:nvSpPr>
        <p:spPr>
          <a:xfrm>
            <a:off x="9263101" y="523036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88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509989" y="5280660"/>
            <a:ext cx="173736" cy="173736"/>
          </a:xfrm>
          <a:prstGeom prst="rect">
            <a:avLst/>
          </a:prstGeom>
        </p:spPr>
      </p:pic>
      <p:sp>
        <p:nvSpPr>
          <p:cNvPr id="189" name="Text 156"/>
          <p:cNvSpPr txBox="1"/>
          <p:nvPr/>
        </p:nvSpPr>
        <p:spPr>
          <a:xfrm>
            <a:off x="9738589" y="523036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90" name="Text 157"/>
          <p:cNvSpPr txBox="1"/>
          <p:nvPr/>
        </p:nvSpPr>
        <p:spPr>
          <a:xfrm>
            <a:off x="11146536" y="523036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91" name="Shape 158"/>
          <p:cNvSpPr/>
          <p:nvPr/>
        </p:nvSpPr>
        <p:spPr>
          <a:xfrm>
            <a:off x="9226525" y="5513832"/>
            <a:ext cx="2633243" cy="256032"/>
          </a:xfrm>
          <a:prstGeom prst="roundRect">
            <a:avLst>
              <a:gd name="adj" fmla="val 10714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92" name="Text 159"/>
          <p:cNvSpPr txBox="1"/>
          <p:nvPr/>
        </p:nvSpPr>
        <p:spPr>
          <a:xfrm>
            <a:off x="9263101" y="550468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9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509989" y="5554980"/>
            <a:ext cx="173736" cy="173736"/>
          </a:xfrm>
          <a:prstGeom prst="rect">
            <a:avLst/>
          </a:prstGeom>
        </p:spPr>
      </p:pic>
      <p:sp>
        <p:nvSpPr>
          <p:cNvPr id="194" name="Text 160"/>
          <p:cNvSpPr txBox="1"/>
          <p:nvPr/>
        </p:nvSpPr>
        <p:spPr>
          <a:xfrm>
            <a:off x="9738589" y="550468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195" name="Text 161"/>
          <p:cNvSpPr txBox="1"/>
          <p:nvPr/>
        </p:nvSpPr>
        <p:spPr>
          <a:xfrm>
            <a:off x="11146536" y="550468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96" name="Shape 162"/>
          <p:cNvSpPr/>
          <p:nvPr/>
        </p:nvSpPr>
        <p:spPr>
          <a:xfrm>
            <a:off x="9226525" y="5788152"/>
            <a:ext cx="2633243" cy="256032"/>
          </a:xfrm>
          <a:prstGeom prst="roundRect">
            <a:avLst>
              <a:gd name="adj" fmla="val 10714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97" name="Text 163"/>
          <p:cNvSpPr txBox="1"/>
          <p:nvPr/>
        </p:nvSpPr>
        <p:spPr>
          <a:xfrm>
            <a:off x="9263101" y="577900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198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509989" y="5829300"/>
            <a:ext cx="173736" cy="173736"/>
          </a:xfrm>
          <a:prstGeom prst="rect">
            <a:avLst/>
          </a:prstGeom>
        </p:spPr>
      </p:pic>
      <p:sp>
        <p:nvSpPr>
          <p:cNvPr id="199" name="Text 164"/>
          <p:cNvSpPr txBox="1"/>
          <p:nvPr/>
        </p:nvSpPr>
        <p:spPr>
          <a:xfrm>
            <a:off x="9738589" y="5779008"/>
            <a:ext cx="1417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200" name="Text 165"/>
          <p:cNvSpPr txBox="1"/>
          <p:nvPr/>
        </p:nvSpPr>
        <p:spPr>
          <a:xfrm>
            <a:off x="11146536" y="577900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201" name="Shape 166"/>
          <p:cNvSpPr/>
          <p:nvPr/>
        </p:nvSpPr>
        <p:spPr>
          <a:xfrm>
            <a:off x="320040" y="6327648"/>
            <a:ext cx="9089136" cy="402336"/>
          </a:xfrm>
          <a:prstGeom prst="roundRect">
            <a:avLst>
              <a:gd name="adj" fmla="val 11364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02" name="Text 167"/>
          <p:cNvSpPr txBox="1"/>
          <p:nvPr/>
        </p:nvSpPr>
        <p:spPr>
          <a:xfrm>
            <a:off x="411480" y="6327648"/>
            <a:ext cx="8924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ALTERAM A ROTA NESTE EVENTO:  </a:t>
            </a:r>
            <a:pPr indent="0" marL="0">
              <a:buNone/>
            </a:pPr>
            <a:r>
              <a:rPr lang="en-US" sz="7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filial / Muda setor (NÃO/SIM · SIM/SIM)</a:t>
            </a:r>
            <a:endParaRPr lang="en-US" sz="750" dirty="0"/>
          </a:p>
        </p:txBody>
      </p:sp>
      <p:sp>
        <p:nvSpPr>
          <p:cNvPr id="203" name="Shape 168"/>
          <p:cNvSpPr/>
          <p:nvPr/>
        </p:nvSpPr>
        <p:spPr>
          <a:xfrm>
            <a:off x="9518904" y="6327648"/>
            <a:ext cx="239572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04" name="Shape 169"/>
          <p:cNvSpPr/>
          <p:nvPr/>
        </p:nvSpPr>
        <p:spPr>
          <a:xfrm>
            <a:off x="9610344" y="6428232"/>
            <a:ext cx="320040" cy="201168"/>
          </a:xfrm>
          <a:prstGeom prst="roundRect">
            <a:avLst>
              <a:gd name="adj" fmla="val 13636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05" name="Text 170"/>
          <p:cNvSpPr txBox="1"/>
          <p:nvPr/>
        </p:nvSpPr>
        <p:spPr>
          <a:xfrm>
            <a:off x="9994392" y="632764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que muda conforme a decisão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Fluxos de Aprovação por Evento C&amp;R – TRANSFERÊNCIA DE SETOR</dc:title>
  <dc:subject>PptxGenJS Presentation</dc:subject>
  <dc:creator>PptxGenJS</dc:creator>
  <cp:lastModifiedBy>PptxGenJS</cp:lastModifiedBy>
  <cp:revision>1</cp:revision>
  <dcterms:created xsi:type="dcterms:W3CDTF">2026-09-25T14:26:30Z</dcterms:created>
  <dcterms:modified xsi:type="dcterms:W3CDTF">2026-09-25T14:26:30Z</dcterms:modified>
</cp:coreProperties>
</file>