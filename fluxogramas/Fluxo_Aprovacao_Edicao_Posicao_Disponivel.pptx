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EDIÇÃO DE POSIÇÃO DISPONÍVEL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POSIÇÃO DISPONÍVEL  ·  EVENTO 1 DE 1  ·  12 REGRAS CONSOLIDADAS EM 3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POSIÇÃO DISPONÍVEL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POSIÇÃO DISPONÍVEL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22860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001000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57032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915400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167128" y="2048256"/>
            <a:ext cx="674827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167128" y="2048256"/>
            <a:ext cx="0" cy="80467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Text 23"/>
          <p:cNvSpPr txBox="1"/>
          <p:nvPr/>
        </p:nvSpPr>
        <p:spPr>
          <a:xfrm>
            <a:off x="2240280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092440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710488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292340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516368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MUDA SETOR?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6117336" y="2542032"/>
            <a:ext cx="1175004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11733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8892540" y="2542032"/>
            <a:ext cx="1175004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067544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6190488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9079992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320040" y="3127248"/>
            <a:ext cx="3694176" cy="3108960"/>
          </a:xfrm>
          <a:prstGeom prst="roundRect">
            <a:avLst>
              <a:gd name="adj" fmla="val 1765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20040" y="3127248"/>
            <a:ext cx="3694176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3355848"/>
            <a:ext cx="3694176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938528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193852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Text 39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45" name="Text 40"/>
          <p:cNvSpPr txBox="1"/>
          <p:nvPr/>
        </p:nvSpPr>
        <p:spPr>
          <a:xfrm>
            <a:off x="2688336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3 etapas</a:t>
            </a:r>
            <a:endParaRPr lang="en-US" sz="950" dirty="0"/>
          </a:p>
        </p:txBody>
      </p:sp>
      <p:sp>
        <p:nvSpPr>
          <p:cNvPr id="46" name="Text 41"/>
          <p:cNvSpPr txBox="1"/>
          <p:nvPr/>
        </p:nvSpPr>
        <p:spPr>
          <a:xfrm>
            <a:off x="411480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34740"/>
            <a:ext cx="173736" cy="173736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886968" y="35844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49" name="Text 43"/>
          <p:cNvSpPr txBox="1"/>
          <p:nvPr/>
        </p:nvSpPr>
        <p:spPr>
          <a:xfrm>
            <a:off x="3246120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0" name="Text 44"/>
          <p:cNvSpPr txBox="1"/>
          <p:nvPr/>
        </p:nvSpPr>
        <p:spPr>
          <a:xfrm>
            <a:off x="411480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09060"/>
            <a:ext cx="173736" cy="173736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886968" y="38587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53" name="Text 46"/>
          <p:cNvSpPr txBox="1"/>
          <p:nvPr/>
        </p:nvSpPr>
        <p:spPr>
          <a:xfrm>
            <a:off x="3246120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4" name="Text 47"/>
          <p:cNvSpPr txBox="1"/>
          <p:nvPr/>
        </p:nvSpPr>
        <p:spPr>
          <a:xfrm>
            <a:off x="411480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83380"/>
            <a:ext cx="173736" cy="173736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886968" y="41330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57" name="Text 49"/>
          <p:cNvSpPr txBox="1"/>
          <p:nvPr/>
        </p:nvSpPr>
        <p:spPr>
          <a:xfrm>
            <a:off x="3246120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Shape 50"/>
          <p:cNvSpPr/>
          <p:nvPr/>
        </p:nvSpPr>
        <p:spPr>
          <a:xfrm>
            <a:off x="4270248" y="3127248"/>
            <a:ext cx="3694176" cy="3108960"/>
          </a:xfrm>
          <a:prstGeom prst="roundRect">
            <a:avLst>
              <a:gd name="adj" fmla="val 1765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4270248" y="3127248"/>
            <a:ext cx="3694176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4270248" y="3355848"/>
            <a:ext cx="3694176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5888736" y="2852928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588873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63" name="Text 55"/>
          <p:cNvSpPr txBox="1"/>
          <p:nvPr/>
        </p:nvSpPr>
        <p:spPr>
          <a:xfrm>
            <a:off x="4379976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64" name="Text 56"/>
          <p:cNvSpPr txBox="1"/>
          <p:nvPr/>
        </p:nvSpPr>
        <p:spPr>
          <a:xfrm>
            <a:off x="6638544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3 etapas</a:t>
            </a:r>
            <a:endParaRPr lang="en-US" sz="950" dirty="0"/>
          </a:p>
        </p:txBody>
      </p:sp>
      <p:sp>
        <p:nvSpPr>
          <p:cNvPr id="65" name="Text 57"/>
          <p:cNvSpPr txBox="1"/>
          <p:nvPr/>
        </p:nvSpPr>
        <p:spPr>
          <a:xfrm>
            <a:off x="4361688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634740"/>
            <a:ext cx="173736" cy="173736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4837176" y="35844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68" name="Text 59"/>
          <p:cNvSpPr txBox="1"/>
          <p:nvPr/>
        </p:nvSpPr>
        <p:spPr>
          <a:xfrm>
            <a:off x="7196328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9" name="Text 60"/>
          <p:cNvSpPr txBox="1"/>
          <p:nvPr/>
        </p:nvSpPr>
        <p:spPr>
          <a:xfrm>
            <a:off x="4361688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3909060"/>
            <a:ext cx="173736" cy="173736"/>
          </a:xfrm>
          <a:prstGeom prst="rect">
            <a:avLst/>
          </a:prstGeom>
        </p:spPr>
      </p:pic>
      <p:sp>
        <p:nvSpPr>
          <p:cNvPr id="71" name="Text 61"/>
          <p:cNvSpPr txBox="1"/>
          <p:nvPr/>
        </p:nvSpPr>
        <p:spPr>
          <a:xfrm>
            <a:off x="4837176" y="38587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72" name="Text 62"/>
          <p:cNvSpPr txBox="1"/>
          <p:nvPr/>
        </p:nvSpPr>
        <p:spPr>
          <a:xfrm>
            <a:off x="7196328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3" name="Text 63"/>
          <p:cNvSpPr txBox="1"/>
          <p:nvPr/>
        </p:nvSpPr>
        <p:spPr>
          <a:xfrm>
            <a:off x="4361688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7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183380"/>
            <a:ext cx="173736" cy="173736"/>
          </a:xfrm>
          <a:prstGeom prst="rect">
            <a:avLst/>
          </a:prstGeom>
        </p:spPr>
      </p:pic>
      <p:sp>
        <p:nvSpPr>
          <p:cNvPr id="75" name="Text 64"/>
          <p:cNvSpPr txBox="1"/>
          <p:nvPr/>
        </p:nvSpPr>
        <p:spPr>
          <a:xfrm>
            <a:off x="4837176" y="41330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76" name="Text 65"/>
          <p:cNvSpPr txBox="1"/>
          <p:nvPr/>
        </p:nvSpPr>
        <p:spPr>
          <a:xfrm>
            <a:off x="7196328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7" name="Shape 66"/>
          <p:cNvSpPr/>
          <p:nvPr/>
        </p:nvSpPr>
        <p:spPr>
          <a:xfrm>
            <a:off x="8220456" y="3127248"/>
            <a:ext cx="3694176" cy="3108960"/>
          </a:xfrm>
          <a:prstGeom prst="roundRect">
            <a:avLst>
              <a:gd name="adj" fmla="val 1765"/>
            </a:avLst>
          </a:prstGeom>
          <a:solidFill>
            <a:srgbClr val="FDF6EF"/>
          </a:solidFill>
          <a:ln w="12700">
            <a:solidFill>
              <a:srgbClr val="F1C39A"/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8220456" y="3127248"/>
            <a:ext cx="3694176" cy="365760"/>
          </a:xfrm>
          <a:prstGeom prst="roundRect">
            <a:avLst>
              <a:gd name="adj" fmla="val 15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8220456" y="3355848"/>
            <a:ext cx="3694176" cy="137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9838944" y="2852928"/>
            <a:ext cx="457200" cy="45720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1" name="Text 70"/>
          <p:cNvSpPr txBox="1"/>
          <p:nvPr/>
        </p:nvSpPr>
        <p:spPr>
          <a:xfrm>
            <a:off x="9838944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2" name="Text 71"/>
          <p:cNvSpPr txBox="1"/>
          <p:nvPr/>
        </p:nvSpPr>
        <p:spPr>
          <a:xfrm>
            <a:off x="8330184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</a:t>
            </a:r>
            <a:endParaRPr lang="en-US" sz="1300" dirty="0"/>
          </a:p>
        </p:txBody>
      </p:sp>
      <p:sp>
        <p:nvSpPr>
          <p:cNvPr id="83" name="Text 72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regras · 7 etapas</a:t>
            </a:r>
            <a:endParaRPr lang="en-US" sz="950" dirty="0"/>
          </a:p>
        </p:txBody>
      </p:sp>
      <p:sp>
        <p:nvSpPr>
          <p:cNvPr id="84" name="Text 73"/>
          <p:cNvSpPr txBox="1"/>
          <p:nvPr/>
        </p:nvSpPr>
        <p:spPr>
          <a:xfrm>
            <a:off x="8311896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8784" y="3634740"/>
            <a:ext cx="173736" cy="173736"/>
          </a:xfrm>
          <a:prstGeom prst="rect">
            <a:avLst/>
          </a:prstGeom>
        </p:spPr>
      </p:pic>
      <p:sp>
        <p:nvSpPr>
          <p:cNvPr id="86" name="Text 74"/>
          <p:cNvSpPr txBox="1"/>
          <p:nvPr/>
        </p:nvSpPr>
        <p:spPr>
          <a:xfrm>
            <a:off x="8787384" y="35844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7" name="Text 75"/>
          <p:cNvSpPr txBox="1"/>
          <p:nvPr/>
        </p:nvSpPr>
        <p:spPr>
          <a:xfrm>
            <a:off x="11146536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8" name="Shape 76"/>
          <p:cNvSpPr/>
          <p:nvPr/>
        </p:nvSpPr>
        <p:spPr>
          <a:xfrm>
            <a:off x="8275320" y="3867912"/>
            <a:ext cx="3584448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89" name="Text 77"/>
          <p:cNvSpPr txBox="1"/>
          <p:nvPr/>
        </p:nvSpPr>
        <p:spPr>
          <a:xfrm>
            <a:off x="8311896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8784" y="3909060"/>
            <a:ext cx="173736" cy="173736"/>
          </a:xfrm>
          <a:prstGeom prst="rect">
            <a:avLst/>
          </a:prstGeom>
        </p:spPr>
      </p:pic>
      <p:sp>
        <p:nvSpPr>
          <p:cNvPr id="91" name="Text 78"/>
          <p:cNvSpPr txBox="1"/>
          <p:nvPr/>
        </p:nvSpPr>
        <p:spPr>
          <a:xfrm>
            <a:off x="8787384" y="38587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92" name="Text 79"/>
          <p:cNvSpPr txBox="1"/>
          <p:nvPr/>
        </p:nvSpPr>
        <p:spPr>
          <a:xfrm>
            <a:off x="11146536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3" name="Text 80"/>
          <p:cNvSpPr txBox="1"/>
          <p:nvPr/>
        </p:nvSpPr>
        <p:spPr>
          <a:xfrm>
            <a:off x="8311896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9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8784" y="4183380"/>
            <a:ext cx="173736" cy="173736"/>
          </a:xfrm>
          <a:prstGeom prst="rect">
            <a:avLst/>
          </a:prstGeom>
        </p:spPr>
      </p:pic>
      <p:sp>
        <p:nvSpPr>
          <p:cNvPr id="95" name="Text 81"/>
          <p:cNvSpPr txBox="1"/>
          <p:nvPr/>
        </p:nvSpPr>
        <p:spPr>
          <a:xfrm>
            <a:off x="8787384" y="413308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6" name="Text 82"/>
          <p:cNvSpPr txBox="1"/>
          <p:nvPr/>
        </p:nvSpPr>
        <p:spPr>
          <a:xfrm>
            <a:off x="11146536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7" name="Text 83"/>
          <p:cNvSpPr txBox="1"/>
          <p:nvPr/>
        </p:nvSpPr>
        <p:spPr>
          <a:xfrm>
            <a:off x="8311896" y="44074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9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8784" y="4457700"/>
            <a:ext cx="173736" cy="173736"/>
          </a:xfrm>
          <a:prstGeom prst="rect">
            <a:avLst/>
          </a:prstGeom>
        </p:spPr>
      </p:pic>
      <p:sp>
        <p:nvSpPr>
          <p:cNvPr id="99" name="Text 84"/>
          <p:cNvSpPr txBox="1"/>
          <p:nvPr/>
        </p:nvSpPr>
        <p:spPr>
          <a:xfrm>
            <a:off x="8787384" y="44074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00" name="Text 85"/>
          <p:cNvSpPr txBox="1"/>
          <p:nvPr/>
        </p:nvSpPr>
        <p:spPr>
          <a:xfrm>
            <a:off x="11146536" y="44074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1" name="Text 86"/>
          <p:cNvSpPr txBox="1"/>
          <p:nvPr/>
        </p:nvSpPr>
        <p:spPr>
          <a:xfrm>
            <a:off x="8311896" y="4681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0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8784" y="4732020"/>
            <a:ext cx="173736" cy="173736"/>
          </a:xfrm>
          <a:prstGeom prst="rect">
            <a:avLst/>
          </a:prstGeom>
        </p:spPr>
      </p:pic>
      <p:sp>
        <p:nvSpPr>
          <p:cNvPr id="103" name="Text 87"/>
          <p:cNvSpPr txBox="1"/>
          <p:nvPr/>
        </p:nvSpPr>
        <p:spPr>
          <a:xfrm>
            <a:off x="8787384" y="468172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04" name="Text 88"/>
          <p:cNvSpPr txBox="1"/>
          <p:nvPr/>
        </p:nvSpPr>
        <p:spPr>
          <a:xfrm>
            <a:off x="11146536" y="46817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5" name="Shape 89"/>
          <p:cNvSpPr/>
          <p:nvPr/>
        </p:nvSpPr>
        <p:spPr>
          <a:xfrm>
            <a:off x="8275320" y="4965192"/>
            <a:ext cx="3584448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06" name="Text 90"/>
          <p:cNvSpPr txBox="1"/>
          <p:nvPr/>
        </p:nvSpPr>
        <p:spPr>
          <a:xfrm>
            <a:off x="8311896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8784" y="5006340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8787384" y="49560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11146536" y="49560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10" name="Shape 93"/>
          <p:cNvSpPr/>
          <p:nvPr/>
        </p:nvSpPr>
        <p:spPr>
          <a:xfrm>
            <a:off x="8275320" y="5239512"/>
            <a:ext cx="3584448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11" name="Text 94"/>
          <p:cNvSpPr txBox="1"/>
          <p:nvPr/>
        </p:nvSpPr>
        <p:spPr>
          <a:xfrm>
            <a:off x="8311896" y="52303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58784" y="5280660"/>
            <a:ext cx="173736" cy="173736"/>
          </a:xfrm>
          <a:prstGeom prst="rect">
            <a:avLst/>
          </a:prstGeom>
        </p:spPr>
      </p:pic>
      <p:sp>
        <p:nvSpPr>
          <p:cNvPr id="113" name="Text 95"/>
          <p:cNvSpPr txBox="1"/>
          <p:nvPr/>
        </p:nvSpPr>
        <p:spPr>
          <a:xfrm>
            <a:off x="8787384" y="52303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14" name="Text 96"/>
          <p:cNvSpPr txBox="1"/>
          <p:nvPr/>
        </p:nvSpPr>
        <p:spPr>
          <a:xfrm>
            <a:off x="11146536" y="52303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15" name="Shape 97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16" name="Text 98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(NÃO ou SIM)  ·  Cargo "de" ≠ "para": NÃO ou SIM</a:t>
            </a:r>
            <a:pPr indent="0" marL="0">
              <a:buNone/>
            </a:pPr>
            <a:r>
              <a:rPr lang="en-US" sz="7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OBS.: as rotas B e C têm a mesma sequência de aprovadores.</a:t>
            </a:r>
            <a:endParaRPr lang="en-US" sz="750" dirty="0"/>
          </a:p>
        </p:txBody>
      </p:sp>
      <p:sp>
        <p:nvSpPr>
          <p:cNvPr id="117" name="Shape 99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18" name="Shape 100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19" name="Text 101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Fluxos de Aprovação por Evento C&amp;R – EDIÇÃO DE POSIÇÃO DISPONÍVEL</dc:title>
  <dc:subject>PptxGenJS Presentation</dc:subject>
  <dc:creator>PptxGenJS</dc:creator>
  <cp:lastModifiedBy>PptxGenJS</cp:lastModifiedBy>
  <cp:revision>1</cp:revision>
  <dcterms:created xsi:type="dcterms:W3CDTF">2026-09-25T14:26:28Z</dcterms:created>
  <dcterms:modified xsi:type="dcterms:W3CDTF">2026-09-25T14:26:28Z</dcterms:modified>
</cp:coreProperties>
</file>